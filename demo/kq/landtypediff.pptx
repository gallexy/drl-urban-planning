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1" d="100"/>
          <a:sy n="51" d="100"/>
        </p:scale>
        <p:origin x="257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56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9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7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45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490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61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52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26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69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43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3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1E826-8457-48E9-B814-05D01CFDB7DD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63D37-89A4-4796-967D-25297F89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7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日历&#10;&#10;AI 生成的内容可能不正确。">
            <a:extLst>
              <a:ext uri="{FF2B5EF4-FFF2-40B4-BE49-F238E27FC236}">
                <a16:creationId xmlns:a16="http://schemas.microsoft.com/office/drawing/2014/main" id="{B6B3263A-E190-71A9-3FCD-BF998D215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46981" y="-253910"/>
            <a:ext cx="4164037" cy="58521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6876216-77C4-DCC5-FFD8-CB23EAC09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46981" y="3964926"/>
            <a:ext cx="4164038" cy="637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1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日历&#10;&#10;AI 生成的内容可能不正确。">
            <a:extLst>
              <a:ext uri="{FF2B5EF4-FFF2-40B4-BE49-F238E27FC236}">
                <a16:creationId xmlns:a16="http://schemas.microsoft.com/office/drawing/2014/main" id="{0EA52212-4871-5687-941D-12781B028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825"/>
            <a:ext cx="7538065" cy="87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95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6F01B-8477-3007-8288-930AA48D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C4356-CFD7-3488-9F34-FD80A4441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6FD141-C4F0-7FA3-E7AD-0AB0601A9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2887"/>
            <a:ext cx="6153150" cy="94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1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85E7C6E-E57C-FE10-34D2-395D3738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2887"/>
            <a:ext cx="6153150" cy="94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21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0</Words>
  <Application>Microsoft Office PowerPoint</Application>
  <PresentationFormat>A4 纸张(210x297 毫米)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xiaohua liu</dc:creator>
  <cp:lastModifiedBy>xiaohua liu</cp:lastModifiedBy>
  <cp:revision>6</cp:revision>
  <cp:lastPrinted>2025-04-15T14:28:41Z</cp:lastPrinted>
  <dcterms:created xsi:type="dcterms:W3CDTF">2025-04-10T14:10:23Z</dcterms:created>
  <dcterms:modified xsi:type="dcterms:W3CDTF">2025-04-15T15:33:45Z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2025-04-11T02:34:50Z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06fb617d-fcab-4ac2-a0c2-ec639115f882</vt:lpwstr>
  </property>
  <property fmtid="{D5CDD505-2E9C-101B-9397-08002B2CF9AE}" pid="7" name="MSIP_Label_defa4170-0d19-0005-0004-bc88714345d2_ActionId">
    <vt:lpwstr>6634fc4c-c56a-4077-9e54-ebced04aadcf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